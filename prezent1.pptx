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3175"/>
            <a:ext cx="12204700" cy="68611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063751" y="1125538"/>
            <a:ext cx="9211733" cy="1082675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063751" y="2351088"/>
            <a:ext cx="9218083" cy="1752600"/>
          </a:xfrm>
        </p:spPr>
        <p:txBody>
          <a:bodyPr/>
          <a:lstStyle>
            <a:lvl1pPr marL="0" indent="0" algn="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Замещающая дата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Замещающий 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Замещающий 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Замещающая дата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Замещающий 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Замещающий 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Замещающая дата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Замещающий 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Замещающий 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Замещающая дата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Замещающий 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Замещающий 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Замещающая дата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Замещающий 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щающая дата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Замещающий 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Замещающая дата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Замещающий 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Замещающий 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39722A4-B7DD-4972-B8CF-0A4F6863DCFD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Замещающая дата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Замещающий 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dirty="0"/>
          </a:p>
        </p:txBody>
      </p:sp>
      <p:sp>
        <p:nvSpPr>
          <p:cNvPr id="7" name="Замещающий 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Замещающая дата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Замещающий 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Замещающий 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39722A4-B7DD-4972-B8CF-0A4F6863DCFD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Замещающая дата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Замещающий 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Замещающий 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198351" cy="68611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bg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ta Pie Charts">
  <a:themeElements>
    <a:clrScheme name="Data Pie Chart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9900"/>
      </a:accent1>
      <a:accent2>
        <a:srgbClr val="99CC00"/>
      </a:accent2>
      <a:accent3>
        <a:srgbClr val="FFFFFF"/>
      </a:accent3>
      <a:accent4>
        <a:srgbClr val="000000"/>
      </a:accent4>
      <a:accent5>
        <a:srgbClr val="AACAAA"/>
      </a:accent5>
      <a:accent6>
        <a:srgbClr val="8AB900"/>
      </a:accent6>
      <a:hlink>
        <a:srgbClr val="CC3300"/>
      </a:hlink>
      <a:folHlink>
        <a:srgbClr val="996600"/>
      </a:folHlink>
    </a:clrScheme>
    <a:fontScheme name="Data Pie Chart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Data Pie Chart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ta Pie Chart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ta Pie Chart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ta Pie Chart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ta Pie Chart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ta Pie Chart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ta Pie Chart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ta Pie Chart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ta Pie Chart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ta Pie Chart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ta Pie Chart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ta Pie Chart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ta Pie Chart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9900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AACAAA"/>
        </a:accent5>
        <a:accent6>
          <a:srgbClr val="8AB900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SimSun</vt:lpstr>
      <vt:lpstr>Wingdings</vt:lpstr>
      <vt:lpstr>Calibri Light</vt:lpstr>
      <vt:lpstr>Microsoft YaHei</vt:lpstr>
      <vt:lpstr>Arial Unicode MS</vt:lpstr>
      <vt:lpstr>Calibri</vt:lpstr>
      <vt:lpstr>Data Pie Charts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Jigi Dari</cp:lastModifiedBy>
  <cp:revision>4</cp:revision>
  <dcterms:created xsi:type="dcterms:W3CDTF">2025-07-23T00:59:00Z</dcterms:created>
  <dcterms:modified xsi:type="dcterms:W3CDTF">2026-05-14T16:51:27Z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1049-12.2.0.23202</vt:lpwstr>
  </property>
  <property fmtid="{D5CDD505-2E9C-101B-9397-08002B2CF9AE}" pid="3" name="ICV">
    <vt:lpwstr>8DABA723891348228A5C1AD9359D0BBF_11</vt:lpwstr>
  </property>
</Properties>
</file>